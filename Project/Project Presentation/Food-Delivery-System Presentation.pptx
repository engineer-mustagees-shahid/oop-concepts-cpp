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71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Lora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Garamond" pitchFamily="18" charset="0"/>
      <p:regular r:id="rId18"/>
      <p:bold r:id="rId19"/>
      <p:italic r:id="rId20"/>
    </p:embeddedFont>
  </p:embeddedFontLst>
  <p:defaultTextStyle>
    <a:defPPr>
      <a:defRPr lang="en-US"/>
    </a:defPPr>
    <a:lvl1pPr marL="0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-144" y="22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D6EEB-A761-4874-A9C0-D689953D9F97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6EBC3-E125-427E-B913-1CF4BA492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7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2231136"/>
            <a:ext cx="10241280" cy="15544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3361334"/>
            <a:ext cx="14630400" cy="111922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114800"/>
            <a:ext cx="10241280" cy="914400"/>
          </a:xfrm>
        </p:spPr>
        <p:txBody>
          <a:bodyPr>
            <a:normAutofit/>
          </a:bodyPr>
          <a:lstStyle>
            <a:lvl1pPr marL="0" indent="0" algn="ctr">
              <a:buNone/>
              <a:defRPr sz="29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2069C06D-4ED8-42C6-905D-CA84CA1B6CBF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0" y="2926081"/>
            <a:ext cx="10241280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1CAA-32CD-4B55-B92A-B8F0843CACF4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942185"/>
            <a:ext cx="14630400" cy="1119226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CDC4-3D19-4983-B478-82F6B8E5AB66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3221354"/>
            <a:ext cx="14630400" cy="11192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6480" y="4092321"/>
            <a:ext cx="9997440" cy="1747648"/>
          </a:xfrm>
        </p:spPr>
        <p:txBody>
          <a:bodyPr anchor="t">
            <a:normAutofit/>
          </a:bodyPr>
          <a:lstStyle>
            <a:lvl1pPr algn="ctr">
              <a:defRPr sz="51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6480" y="1804416"/>
            <a:ext cx="9997440" cy="1880234"/>
          </a:xfrm>
        </p:spPr>
        <p:txBody>
          <a:bodyPr anchor="b"/>
          <a:lstStyle>
            <a:lvl1pPr marL="0" indent="0" algn="ctr">
              <a:buNone/>
              <a:defRPr sz="29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3221354"/>
            <a:ext cx="14630400" cy="1119226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2194560" y="2926080"/>
            <a:ext cx="4998720" cy="3749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82477-D5D3-4181-8C11-75D0F2433A87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7437120" y="2926080"/>
            <a:ext cx="4998720" cy="3749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942185"/>
            <a:ext cx="14630400" cy="1119226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942185"/>
            <a:ext cx="14630400" cy="1119226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2194560" y="3383280"/>
            <a:ext cx="4998720" cy="3291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7437120" y="3383280"/>
            <a:ext cx="4998720" cy="3291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2834641"/>
            <a:ext cx="5001261" cy="541606"/>
          </a:xfrm>
        </p:spPr>
        <p:txBody>
          <a:bodyPr anchor="b"/>
          <a:lstStyle>
            <a:lvl1pPr marL="0" indent="0" algn="ctr">
              <a:buNone/>
              <a:defRPr sz="2600" b="1" baseline="0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2830983"/>
            <a:ext cx="5003800" cy="537667"/>
          </a:xfrm>
        </p:spPr>
        <p:txBody>
          <a:bodyPr anchor="b"/>
          <a:lstStyle>
            <a:lvl1pPr marL="0" indent="0" algn="ctr">
              <a:buNone/>
              <a:defRPr sz="2600" b="1" baseline="0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253B-1893-4367-8BAE-DF4BC10DC578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300D-25B3-4603-86C9-4CB776489F00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942185"/>
            <a:ext cx="14630400" cy="1119226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AD9-FCC8-48B7-B85B-012A91320DFF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3" y="2011680"/>
            <a:ext cx="4511038" cy="719328"/>
          </a:xfrm>
        </p:spPr>
        <p:txBody>
          <a:bodyPr anchor="b">
            <a:noAutofit/>
          </a:bodyPr>
          <a:lstStyle>
            <a:lvl1pPr algn="ctr">
              <a:defRPr sz="24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3" y="2731008"/>
            <a:ext cx="4511038" cy="3486912"/>
          </a:xfrm>
        </p:spPr>
        <p:txBody>
          <a:bodyPr/>
          <a:lstStyle>
            <a:lvl1pPr marL="0" indent="0" algn="ctr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DC50-D5DB-4F94-B367-9876CD2C4012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194560" y="2011680"/>
            <a:ext cx="5242560" cy="42062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2340864" y="2216506"/>
            <a:ext cx="4945075" cy="3708806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2011680"/>
            <a:ext cx="4511040" cy="719328"/>
          </a:xfrm>
        </p:spPr>
        <p:txBody>
          <a:bodyPr anchor="b">
            <a:noAutofit/>
          </a:bodyPr>
          <a:lstStyle>
            <a:lvl1pPr algn="ctr">
              <a:defRPr sz="24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2286000"/>
            <a:ext cx="4754880" cy="356616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2600" baseline="0">
                <a:solidFill>
                  <a:schemeClr val="tx2"/>
                </a:solidFill>
              </a:defRPr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2732227"/>
            <a:ext cx="4511040" cy="3450336"/>
          </a:xfrm>
        </p:spPr>
        <p:txBody>
          <a:bodyPr/>
          <a:lstStyle>
            <a:lvl1pPr marL="0" indent="0" algn="ctr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EB412-E790-42EA-81FE-2925D3A43D91}" type="datetime2">
              <a:rPr lang="en-US" smtClean="0"/>
              <a:t>Thursday, May 8,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EE0E-EDB0-4D84-86B0-50833DF22902}" type="datetime2">
              <a:rPr lang="en-US" smtClean="0"/>
              <a:t>Thursday, May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1450849"/>
            <a:ext cx="207264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2640" y="1463040"/>
            <a:ext cx="8290560" cy="512064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372C-B5AB-4C39-B273-B99224EB4DD5}" type="datetime2">
              <a:rPr lang="en-US" smtClean="0"/>
              <a:t>Thursday, May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554480"/>
            <a:ext cx="10241280" cy="822960"/>
          </a:xfrm>
          <a:prstGeom prst="rect">
            <a:avLst/>
          </a:prstGeom>
        </p:spPr>
        <p:txBody>
          <a:bodyPr vert="horz" lIns="130622" tIns="65311" rIns="130622" bIns="65311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2468881"/>
            <a:ext cx="10241280" cy="4114801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487680" y="7627621"/>
            <a:ext cx="3413760" cy="438150"/>
          </a:xfrm>
          <a:prstGeom prst="rect">
            <a:avLst/>
          </a:prstGeom>
          <a:ln>
            <a:noFill/>
          </a:ln>
        </p:spPr>
        <p:txBody>
          <a:bodyPr vert="horz" lIns="130622" tIns="65311" rIns="130622" bIns="65311" rtlCol="0" anchor="ctr"/>
          <a:lstStyle>
            <a:lvl1pPr algn="l">
              <a:defRPr sz="16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823242C-D747-4ADD-80D8-99421268E3A8}" type="datetime1">
              <a:rPr lang="en-US" smtClean="0"/>
              <a:pPr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754880" y="7627621"/>
            <a:ext cx="512064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6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0680192" y="7637069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F40B41D-FD10-4A38-B39B-626510BD49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lvl1pPr algn="ctr" defTabSz="1306220" rtl="0" eaLnBrk="1" latinLnBrk="0" hangingPunct="1">
        <a:spcBef>
          <a:spcPct val="0"/>
        </a:spcBef>
        <a:buNone/>
        <a:defRPr sz="5100" kern="1200" cap="all" spc="429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391866" algn="l" defTabSz="130622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23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ClrTx/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5" y="3200283"/>
            <a:ext cx="566713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Food Delivery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5" y="4263273"/>
            <a:ext cx="74685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C++ based console application designed for efficient food </a:t>
            </a: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ordering.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5" y="201561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7" y="307860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77" y="3136583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1959" y="3160871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Console-based Application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101959" y="4008359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Built using Object-Oriented Programming in C++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10208063" y="307860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315" y="3136583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85898" y="3160874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Dual-user Interface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985898" y="3656411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Handles both customer and owner interactions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6324127" y="525315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377" y="5311140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01960" y="5335431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Storage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101960" y="5830969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Implements file handling for persistent data storage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552" y="635675"/>
            <a:ext cx="5436157" cy="679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sz="4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Features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08555" y="1661638"/>
            <a:ext cx="7526893" cy="1309807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39535" y="189262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Management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39536" y="2370892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Customer and owner registration with secure login functionality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08555" y="3202426"/>
            <a:ext cx="7526893" cy="1309807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1039535" y="3433407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Menu Operations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536" y="3911680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Comprehensive tools for owners to manage food items and pricing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08555" y="4743214"/>
            <a:ext cx="7526893" cy="1309807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039535" y="4974195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Order System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9536" y="5452468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Intuitive interface for placing and </a:t>
            </a:r>
            <a:r>
              <a:rPr lang="en-US" dirty="0" smtClean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Watching</a:t>
            </a: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food orders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08555" y="6284002"/>
            <a:ext cx="7526893" cy="1309807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1039535" y="6514983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Persistence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39536" y="6993256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All system data stored in text files for retrieval across sessions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5" y="71937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 Structure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817" y="1902145"/>
            <a:ext cx="1603058" cy="13571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2537938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17187" y="2141461"/>
            <a:ext cx="218241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main()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117187" y="2636997"/>
            <a:ext cx="218241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System interface logic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4937642" y="3273982"/>
            <a:ext cx="8795266" cy="15240"/>
          </a:xfrm>
          <a:prstGeom prst="roundRect">
            <a:avLst>
              <a:gd name="adj" fmla="val 235611"/>
            </a:avLst>
          </a:prstGeom>
          <a:solidFill>
            <a:srgbClr val="5D606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285" y="3319105"/>
            <a:ext cx="3206234" cy="135719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88" y="3787262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18835" y="3558423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Classes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5918835" y="4053961"/>
            <a:ext cx="328945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Customer and Owner inheritance</a:t>
            </a: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5739290" y="4690943"/>
            <a:ext cx="7993618" cy="15240"/>
          </a:xfrm>
          <a:prstGeom prst="roundRect">
            <a:avLst>
              <a:gd name="adj" fmla="val 235611"/>
            </a:avLst>
          </a:prstGeom>
          <a:solidFill>
            <a:srgbClr val="5D606B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1640" y="4736070"/>
            <a:ext cx="4809411" cy="135719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7988" y="5204224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20365" y="4975387"/>
            <a:ext cx="29491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User_Authentification</a:t>
            </a:r>
            <a:endParaRPr lang="en-US" sz="2100" dirty="0"/>
          </a:p>
        </p:txBody>
      </p:sp>
      <p:sp>
        <p:nvSpPr>
          <p:cNvPr id="16" name="Text 8"/>
          <p:cNvSpPr/>
          <p:nvPr/>
        </p:nvSpPr>
        <p:spPr>
          <a:xfrm>
            <a:off x="6720365" y="5470923"/>
            <a:ext cx="2949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Handles login &amp; registration</a:t>
            </a:r>
            <a:endParaRPr lang="en-US" dirty="0"/>
          </a:p>
        </p:txBody>
      </p:sp>
      <p:sp>
        <p:nvSpPr>
          <p:cNvPr id="17" name="Shape 9"/>
          <p:cNvSpPr/>
          <p:nvPr/>
        </p:nvSpPr>
        <p:spPr>
          <a:xfrm>
            <a:off x="6540817" y="6107906"/>
            <a:ext cx="7192090" cy="15240"/>
          </a:xfrm>
          <a:prstGeom prst="roundRect">
            <a:avLst>
              <a:gd name="adj" fmla="val 235611"/>
            </a:avLst>
          </a:prstGeom>
          <a:solidFill>
            <a:srgbClr val="5D606B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111" y="6153031"/>
            <a:ext cx="6412587" cy="1357193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7988" y="6621188"/>
            <a:ext cx="336590" cy="42076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22015" y="6392349"/>
            <a:ext cx="20097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Menu</a:t>
            </a:r>
            <a:endParaRPr lang="en-US" sz="2100" dirty="0"/>
          </a:p>
        </p:txBody>
      </p:sp>
      <p:sp>
        <p:nvSpPr>
          <p:cNvPr id="21" name="Text 11"/>
          <p:cNvSpPr/>
          <p:nvPr/>
        </p:nvSpPr>
        <p:spPr>
          <a:xfrm>
            <a:off x="7522015" y="6887887"/>
            <a:ext cx="200977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Manage menu items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5" y="182177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Handling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5" y="2884767"/>
            <a:ext cx="7468554" cy="3523060"/>
          </a:xfrm>
          <a:prstGeom prst="roundRect">
            <a:avLst>
              <a:gd name="adj" fmla="val 101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31748" y="2892387"/>
            <a:ext cx="7452478" cy="685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71893" y="3043597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Filename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059588" y="3043597"/>
            <a:ext cx="199763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Purpose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1543469" y="3043597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Operations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331748" y="3577831"/>
            <a:ext cx="7452478" cy="10684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571893" y="3729039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Menu.txt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59588" y="3729040"/>
            <a:ext cx="199763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Food items and prices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543469" y="3729039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Read/Write/Append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331748" y="4646296"/>
            <a:ext cx="7452478" cy="685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71893" y="4797506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User.txt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059588" y="4797506"/>
            <a:ext cx="199763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 credentials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1543469" y="4797506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Read/Write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331748" y="5331741"/>
            <a:ext cx="7452478" cy="10684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571893" y="5482947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Order.txt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059588" y="5482949"/>
            <a:ext cx="199763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Order history with timestamps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1543469" y="5482947"/>
            <a:ext cx="20014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Append/Read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5" y="223456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Functionalities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5" y="3536874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7727" y="4128135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Browse menu items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7727" y="4594862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Place customized orders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7727" y="5061585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multiple items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727" y="5528312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View order history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4761" y="3536874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Owner Features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14764" y="4128135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View complete menu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4764" y="4594862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new items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14764" y="5061585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Update existing items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14764" y="5528312"/>
            <a:ext cx="61855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66" indent="-342866">
              <a:lnSpc>
                <a:spcPts val="3000"/>
              </a:lnSpc>
              <a:buSzPct val="100000"/>
              <a:buChar char="•"/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Remove obsolete items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14630400" cy="21822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029" y="2663428"/>
            <a:ext cx="4151234" cy="51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 Implementation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303771" y="3438646"/>
            <a:ext cx="22861" cy="4309705"/>
          </a:xfrm>
          <a:prstGeom prst="roundRect">
            <a:avLst>
              <a:gd name="adj" fmla="val 114559"/>
            </a:avLst>
          </a:prstGeom>
          <a:solidFill>
            <a:srgbClr val="5D606B"/>
          </a:solidFill>
          <a:ln/>
        </p:spPr>
      </p:sp>
      <p:sp>
        <p:nvSpPr>
          <p:cNvPr id="5" name="Shape 2"/>
          <p:cNvSpPr/>
          <p:nvPr/>
        </p:nvSpPr>
        <p:spPr>
          <a:xfrm>
            <a:off x="6617910" y="3623548"/>
            <a:ext cx="523757" cy="22860"/>
          </a:xfrm>
          <a:prstGeom prst="roundRect">
            <a:avLst>
              <a:gd name="adj" fmla="val 114559"/>
            </a:avLst>
          </a:prstGeom>
          <a:solidFill>
            <a:srgbClr val="5D606B"/>
          </a:solidFill>
          <a:ln/>
        </p:spPr>
      </p:sp>
      <p:sp>
        <p:nvSpPr>
          <p:cNvPr id="6" name="Shape 3"/>
          <p:cNvSpPr/>
          <p:nvPr/>
        </p:nvSpPr>
        <p:spPr>
          <a:xfrm>
            <a:off x="7118808" y="3438646"/>
            <a:ext cx="392787" cy="39278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915" y="3480974"/>
            <a:ext cx="246459" cy="3080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8409" y="3498654"/>
            <a:ext cx="2053947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1030" y="3860006"/>
            <a:ext cx="5831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150"/>
              </a:lnSpc>
            </a:pPr>
            <a:r>
              <a:rPr lang="en-US" sz="13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Email validation and role-based login system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88734" y="4670941"/>
            <a:ext cx="523757" cy="22860"/>
          </a:xfrm>
          <a:prstGeom prst="roundRect">
            <a:avLst>
              <a:gd name="adj" fmla="val 114559"/>
            </a:avLst>
          </a:prstGeom>
          <a:solidFill>
            <a:srgbClr val="5D606B"/>
          </a:solidFill>
          <a:ln/>
        </p:spPr>
      </p:sp>
      <p:sp>
        <p:nvSpPr>
          <p:cNvPr id="11" name="Shape 7"/>
          <p:cNvSpPr/>
          <p:nvPr/>
        </p:nvSpPr>
        <p:spPr>
          <a:xfrm>
            <a:off x="7118808" y="4486037"/>
            <a:ext cx="392787" cy="39278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915" y="4528366"/>
            <a:ext cx="246459" cy="3080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8051" y="4546044"/>
            <a:ext cx="2053947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Menu Management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88046" y="4907399"/>
            <a:ext cx="5831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3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Item existence verification before modifications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17910" y="5573792"/>
            <a:ext cx="523757" cy="22860"/>
          </a:xfrm>
          <a:prstGeom prst="roundRect">
            <a:avLst>
              <a:gd name="adj" fmla="val 114559"/>
            </a:avLst>
          </a:prstGeom>
          <a:solidFill>
            <a:srgbClr val="5D606B"/>
          </a:solidFill>
          <a:ln/>
        </p:spPr>
      </p:sp>
      <p:sp>
        <p:nvSpPr>
          <p:cNvPr id="16" name="Shape 11"/>
          <p:cNvSpPr/>
          <p:nvPr/>
        </p:nvSpPr>
        <p:spPr>
          <a:xfrm>
            <a:off x="7118808" y="5388888"/>
            <a:ext cx="392787" cy="39278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915" y="5431217"/>
            <a:ext cx="246459" cy="3080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8409" y="5448895"/>
            <a:ext cx="2053947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"/>
              </a:lnSpc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Order Processing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11030" y="5810250"/>
            <a:ext cx="5831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150"/>
              </a:lnSpc>
            </a:pPr>
            <a:r>
              <a:rPr lang="en-US" sz="13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Size and flavor customization with multiple items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488734" y="6476644"/>
            <a:ext cx="523757" cy="22860"/>
          </a:xfrm>
          <a:prstGeom prst="roundRect">
            <a:avLst>
              <a:gd name="adj" fmla="val 114559"/>
            </a:avLst>
          </a:prstGeom>
          <a:solidFill>
            <a:srgbClr val="5D606B"/>
          </a:solidFill>
          <a:ln/>
        </p:spPr>
      </p:sp>
      <p:sp>
        <p:nvSpPr>
          <p:cNvPr id="21" name="Shape 15"/>
          <p:cNvSpPr/>
          <p:nvPr/>
        </p:nvSpPr>
        <p:spPr>
          <a:xfrm>
            <a:off x="7118808" y="6291741"/>
            <a:ext cx="392787" cy="392788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915" y="6334067"/>
            <a:ext cx="246459" cy="3080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88051" y="6351748"/>
            <a:ext cx="2053947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History Tracking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188046" y="6713101"/>
            <a:ext cx="5831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3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Timestamp-based order recording and retrieval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5" y="1256350"/>
            <a:ext cx="57747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Enhancements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53195" y="4075393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Integration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7725" y="4570930"/>
            <a:ext cx="373165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Multiple payment methods with secure processing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720" y="4209455"/>
            <a:ext cx="358141" cy="4476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2947870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Tracking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9941243" y="3443409"/>
            <a:ext cx="38514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Location-based order status updates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995" y="3264815"/>
            <a:ext cx="358141" cy="4476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5202914"/>
            <a:ext cx="28161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Panel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941243" y="5698451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Data-driven insights for business optimization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1435" y="5972532"/>
            <a:ext cx="358141" cy="447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4610" y="2262426"/>
            <a:ext cx="95211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/>
              <a:t>Thanks For Giving Us Time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43200" y="4480560"/>
            <a:ext cx="52006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Team Members: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u="sng" dirty="0" err="1" smtClean="0"/>
              <a:t>M.Mustagees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Shahid</a:t>
            </a:r>
            <a:r>
              <a:rPr lang="en-US" b="1" u="sng" dirty="0" smtClean="0"/>
              <a:t>      (24P-3052)</a:t>
            </a:r>
            <a:br>
              <a:rPr lang="en-US" b="1" u="sng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u="sng" dirty="0" err="1" smtClean="0"/>
              <a:t>Mudassar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Iqbal</a:t>
            </a:r>
            <a:r>
              <a:rPr lang="en-US" b="1" u="sng" dirty="0" smtClean="0"/>
              <a:t>     (24P-3083)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74784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7</TotalTime>
  <Words>234</Words>
  <Application>Microsoft Office PowerPoint</Application>
  <PresentationFormat>Custom</PresentationFormat>
  <Paragraphs>77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Lora</vt:lpstr>
      <vt:lpstr>Calibri</vt:lpstr>
      <vt:lpstr>Source Sans Pro</vt:lpstr>
      <vt:lpstr>Garamond</vt:lpstr>
      <vt:lpstr>Wingdings</vt:lpstr>
      <vt:lpstr>Office Theme</vt:lpstr>
      <vt:lpstr>Couture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2025-04-30T09:27:53Z</dcterms:created>
  <dcterms:modified xsi:type="dcterms:W3CDTF">2025-05-07T23:12:48Z</dcterms:modified>
</cp:coreProperties>
</file>